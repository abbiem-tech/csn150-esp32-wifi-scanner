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https://docs.espressif.com/projects/arduino-esp32/en/latest/api/wifi.html (WiFi.scanNetworks, WiFi.mode, WiFi.scanDelete)
- https://github.com/espressif/arduino-esp32/blob/master/libraries/WiFi/examples/WiFiScan/WiFiScan.ino (reference scan example)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https://docs.espressif.com/projects/arduino-esp32/en/latest/api/wifi.html (ESP32 Arduino Wi‑Fi API)
- https://www.arduino.cc/en/Tutorial/ScanNetworks (Arduino scan networks concept example)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https://docs.espressif.com/projects/arduino-esp32/en/latest/api/wifi.html (WiFi.scanNetworks signature and WiFi.scanDelete)
- https://github.com/espressif/arduino-esp32/blob/master/libraries/WiFi/examples/WiFiScan/WiFiScan.ino (example usage patterns)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https://docs.espressif.com/projects/arduino-esp32/en/latest/api/wifi.html (scan result fields and helpers)
- https://randomnerdtutorials.com/esp32-useful-wi-fi-functions-arduino/ (example use of RSSI, SSID, scan)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https://docs.espressif.com/projects/arduino-esp32/en/latest/api/wifi.html (scanDelete and scanning behavior)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1088136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51560" y="960120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Wi‑Fi Scanner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051560" y="1572768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network discovery (SSID • RSSI • Channel • Encryption)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3520440" cy="3611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7432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an ESP32 can scan for nearby Wi‑Fi networks and print metadata to the Serial Monitor — without connecting to any network.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4256" y="2514600"/>
            <a:ext cx="3520440" cy="3611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54296" y="27432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54296" y="315468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SSID (name)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RSSI (signal strength)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Channel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Encryption/auth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BSSID (AP MAC)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82712" y="2514600"/>
            <a:ext cx="3584448" cy="3611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2752" y="274320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02752" y="3154680"/>
            <a:ext cx="294436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is for learning/measurement in authorized environments. This demo does not capture traffic or passwords.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(Arduino IDE + ESP32 board)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 upload and run the scanner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8136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0"/>
            <a:ext cx="5532120" cy="45262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402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steps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 Arduino IDE 2.x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Boards Manager → install “esp32 by Espressif Systems”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Tools → Board → select your ESP32 (ex: AI Thinker ESP32‑CAM)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Tools → Port → select your COM port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Upload the sketch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Tools → Serial Monitor @ 115200 baud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2011680"/>
            <a:ext cx="5202936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240280"/>
            <a:ext cx="4562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notes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651760"/>
            <a:ext cx="45628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ESP32 dev board works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ESP32‑CAM often needs a USB‑to‑Serial adapter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 boards require holding BOOT during upload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4343400"/>
            <a:ext cx="5202936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4526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Serial baud must match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48920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 Serial.begin(115200);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 Monitor: set 115200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flow of the scanner sketch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8136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33172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032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496312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Serial.begin(115200)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54680" y="258775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83280" y="233172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032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496312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WiFi.mode(WIFI_STA)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WiFi.disconnect()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0" y="258775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080760" y="233172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032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496312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loop():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WiFi.scanNetworks()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258775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778240" y="233172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032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0" y="2496312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each network: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SSID / RSSI / ENC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5532120" cy="2880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8862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297680"/>
            <a:ext cx="4892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can discover nearby access points by scanning. The scan returns a list of networks, and you can read properties like SSID and RSSI for each entry.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convert the encryption/auth enum into readable labels (OPEN, WPA2, WPA3…) for the demo.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3657600"/>
            <a:ext cx="5202936" cy="2880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840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calls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4224528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WiFi.scanNetworks()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WiFi.SSID(i)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WiFi.RSSI(i)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WiFi.channel(i)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WiFi.encryptionType(i)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WiFi.scanDelete()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output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SSID, RSSI, channel, and encryption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8136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57400"/>
            <a:ext cx="649224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40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 (example)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6172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 found: 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SSID: MyWiFi  | RSSI: -52 dBm (4/4) | CH: 6  | ENC: WPA2      | BSSID: AA:BB:CC:DD:EE:FF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SSID: &lt;hidden&gt; | RSSI: -71 dBm (2/4) | CH: 11 | ENC: WPA2/WPA3 | BSSID: 11:22:33:44:55:66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SSID: Guest   | RSSI: -86 dBm (1/4) | CH: 1  | ENC: OPEN      | BSSID: 77:88:99:AA:BB:CC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2057400"/>
            <a:ext cx="4160520" cy="4480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26680" y="22860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interpret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26680" y="2697480"/>
            <a:ext cx="35204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RSSI is signal strength in dBm (closer to 0 = stronger).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Channel helps detect congestion/interference.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Encryption shows the auth mode (OPEN/WPA2/WPA3…).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Hidden SSID means the name isn’t broadcast.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&amp;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+ what I learned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8136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0"/>
            <a:ext cx="5715000" cy="45262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402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(what I hit)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5074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Compile error: `Serial.prinln` → typo (should be `Serial.println`)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Gibberish output → Serial Monitor baud mismatch (set 115200)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trouble (ESP32‑CAM) → hold BOOT during upload, check board/port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 SSIDs appear “hidden” → normal; name not broadcast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2011680"/>
            <a:ext cx="4974336" cy="22402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2240280"/>
            <a:ext cx="4334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/ scope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03720" y="2651760"/>
            <a:ext cx="43342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 is scan‑only (no connection, no packet capture). Use only in authorized spaces and avoid sharing identifying network details publicly.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4480560"/>
            <a:ext cx="4974336" cy="2057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4709160"/>
            <a:ext cx="4334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03720" y="5120640"/>
            <a:ext cx="43342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Sort by strongest signal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scans to CSV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Visualize channels (2.4 GHz overlap)</a:t>
            </a:r>
            <a:endParaRPr lang="en-US" sz="1400" dirty="0"/>
          </a:p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timestamping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2025-12-23T01:42:08Z</dcterms:created>
  <dcterms:modified xsi:type="dcterms:W3CDTF">2025-12-23T01:42:08Z</dcterms:modified>
</cp:coreProperties>
</file>